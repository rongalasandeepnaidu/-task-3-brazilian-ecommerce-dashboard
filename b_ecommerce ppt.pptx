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Brazilian E-Commerce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0D9488"/>
                </a:solidFill>
                <a:latin typeface="Arial"/>
              </a:defRPr>
            </a:pPr>
            <a:r>
              <a:t>Power BI Project Performance &amp; Strategic Insights</a:t>
            </a:r>
          </a:p>
          <a:p>
            <a:r>
              <a:t>Prepared by: Rongali Sandeep Naidu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Project Scope &amp;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Project Objective: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To systematically analyze customer behavioral patterns, regional sales performance, core product categories, and transaction mechanisms into interactive, actionable business intelligence.</a:t>
            </a:r>
          </a:p>
          <a:p>
            <a:pPr>
              <a:defRPr b="1" sz="1800">
                <a:solidFill>
                  <a:srgbClr val="0D9488"/>
                </a:solidFill>
              </a:defRPr>
            </a:pPr>
            <a:r>
              <a:t>Dataset Components: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Orders Data: Transaction records, timestamps, and fulfillment metrics.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Customer Profiles: Unique identifiers and geographic locations across states.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Product Categories: Granular item categorization and revenue metrics.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Payment Information: Breakdown of methods (Credit Card, Boleto, Voucher).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Interactive Power BI Dashboard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000110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645920"/>
            <a:ext cx="91440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Core Performance Benchmarks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Total Revenue: 13.59M (Gross transactional value across all Brazilian states)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Total Orders: 99K (Total successfully processed marketplace retail purchases)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Total Customers: 96K (Unique registered buyers active across the platform)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Average Order Value (AOV): 136.68 (Average financial amount spent per unique order transaction)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Data-Driven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Regional Concentration: São Paulo (SP) stands out as the primary commercial hub, contributing the overwhelming majority of aggregate revenue.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Category Dominance: The 'Beleza &amp; Saúde' (Beauty &amp; Health) segment represents the platform's highest-grossing product category.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Checkout Optimization: Credit Cards and Boleto Bancário emerge as the absolute preferred customer payment mechanisms.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Cyclical Revenue Drop: Historical performance data displays a visible downward trend toward the final quarter of the year requiring seasonal promotions.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Strategic Roadmap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Targeted Supply Chain Allocation: Allocate robust fulfillment infrastructure to São Paulo to guarantee hyper-fast local delivery times.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Inventory Expansion: Scale inventory depths for top-performing product categories (e.g., Beauty &amp; Health) ahead of peak quarters.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Flexible Payment Options: Partner with transaction processors to provide promotional cashback or zero-interest installments for Credit Card and Boleto users.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Q4 Campaign Engineering: Introduce proactive promotional calendars, flash sales, and customer re-engagement pipelines by late Q3 to buffer the historical end-of-year deceleration.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